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F41"/>
                </a:solidFill>
              </a:defRPr>
            </a:pPr>
            <a:r>
              <a:t>Smart Career &amp; Job Portal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8"/>
                </a:solidFill>
              </a:defRPr>
            </a:pPr>
            <a:r>
              <a:t>Semester Project Proposal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554480"/>
            <a:ext cx="10149840" cy="365760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354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B2F41"/>
                </a:solidFill>
              </a:defRPr>
            </a:pPr>
            <a:r>
              <a:t>Introduction, Problem Statement &amp; CCP Justification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Centralized platform connecting job seekers and employers.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Integrates job posting, applications, CV verification, recommendations and resume creation.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CCP: complex analysis, conflicting requirements, stakeholder involvement, interdependence, significant impact and technical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617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8"/>
                </a:solidFill>
              </a:defRPr>
            </a:pPr>
            <a:r>
              <a:t>Arham Imran  |  F-24-BSSE-025  |  BS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F41"/>
                </a:solidFill>
              </a:defRPr>
            </a:pPr>
            <a:r>
              <a:t>Benchmarking with Existing Systems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109270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  <a:gridCol w="1371600"/>
                <a:gridCol w="1371600"/>
                <a:gridCol w="1737360"/>
                <a:gridCol w="1691640"/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Rozee.pk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Jobs.pk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Indeed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AcquireJobs.pk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1B2F4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Posting Job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Applying for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CV Verification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CV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Resume Maker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3232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892040"/>
            <a:ext cx="10881360" cy="91440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F41"/>
                </a:solidFill>
              </a:defRPr>
            </a:pPr>
            <a:r>
              <a:t>Research Gap: Integrate major job, CV and recommendation functions into one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F41"/>
                </a:solidFill>
              </a:defRPr>
            </a:pPr>
            <a:r>
              <a:t>Proposed System Features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2651760" cy="224028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774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Job Seeker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Register/Login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Profile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Search &amp; Apply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CV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7832" y="1234440"/>
            <a:ext cx="2651760" cy="224028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4992" y="1417320"/>
            <a:ext cx="23774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Employer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Register/Login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Post Jobs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Manage Applications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Shortlist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1234440"/>
            <a:ext cx="2651760" cy="224028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4" y="1417320"/>
            <a:ext cx="23774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CV &amp; Recommendation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CV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CV Analysis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Skill Matching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Job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416" y="1234440"/>
            <a:ext cx="2651760" cy="224028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1417320"/>
            <a:ext cx="23774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Admin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Manage Users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Manage Jobs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Monitor Applications</a:t>
            </a:r>
          </a:p>
          <a:p>
            <a:pPr>
              <a:spcAft>
                <a:spcPts val="500"/>
              </a:spcAft>
              <a:defRPr sz="1200">
                <a:solidFill>
                  <a:srgbClr val="232323"/>
                </a:solidFill>
              </a:defRPr>
            </a:pPr>
            <a:r>
              <a:t>• Reported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B2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480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F41"/>
                </a:solidFill>
              </a:defRPr>
            </a:pPr>
            <a:r>
              <a:t>Users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4663440"/>
            <a:ext cx="548640" cy="0"/>
          </a:xfrm>
          <a:prstGeom prst="line">
            <a:avLst/>
          </a:prstGeom>
          <a:ln w="25400">
            <a:solidFill>
              <a:srgbClr val="26A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0" y="425196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B2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480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F41"/>
                </a:solidFill>
              </a:defRPr>
            </a:pPr>
            <a:r>
              <a:t>Web Interface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4663440"/>
            <a:ext cx="548640" cy="0"/>
          </a:xfrm>
          <a:prstGeom prst="line">
            <a:avLst/>
          </a:prstGeom>
          <a:ln w="25400">
            <a:solidFill>
              <a:srgbClr val="26A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60720" y="425196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B2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59" y="4480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F41"/>
                </a:solidFill>
              </a:defRPr>
            </a:pPr>
            <a:r>
              <a:t>Backend Services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4663440"/>
            <a:ext cx="822960" cy="0"/>
          </a:xfrm>
          <a:prstGeom prst="line">
            <a:avLst/>
          </a:prstGeom>
          <a:ln w="25400">
            <a:solidFill>
              <a:srgbClr val="26A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425196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B2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F41"/>
                </a:solidFill>
              </a:defRPr>
            </a:pPr>
            <a:r>
              <a:t>MySQL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303520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7378"/>
                </a:solidFill>
              </a:defRPr>
            </a:pPr>
            <a:r>
              <a:t>Authentication • Jobs • Applications • CV Processing •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F41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39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Frontend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HTML, CSS, JavaScript, Bootstrap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39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Backend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Java / Spring 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Database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Development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IntelliJ IDEA or NetBeans, MySQL Workbench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Version Control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Git /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160520"/>
            <a:ext cx="5120640" cy="10515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F41"/>
                </a:solidFill>
              </a:defRPr>
            </a:pPr>
            <a:r>
              <a:t>Documentation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Microsoft Word &amp; 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F41"/>
                </a:solidFill>
              </a:defRPr>
            </a:pPr>
            <a:r>
              <a:t>Timeline &amp; CCP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44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W1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Requirements &amp;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234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344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W2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System &amp; DB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234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199" y="1344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W3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19" y="1234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59" y="1344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W4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377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87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W5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CV &amp;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377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487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W6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2377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2487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W7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2377440"/>
            <a:ext cx="2560320" cy="822960"/>
          </a:xfrm>
          <a:prstGeom prst="roundRect">
            <a:avLst/>
          </a:prstGeom>
          <a:solidFill>
            <a:srgbClr val="EFF7FA"/>
          </a:solidFill>
          <a:ln>
            <a:solidFill>
              <a:srgbClr val="26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248716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2F41"/>
                </a:solidFill>
              </a:defRPr>
            </a:pPr>
            <a:r>
              <a:t>W8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Documentation &amp;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B2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• Complex analysis &amp; technical depth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• Conflicting requirements &amp; stakeholder involvement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t>• Interdependent modules &amp; significant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